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Adversarial Platform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agents, one LangGraph service, four distinct trust boundaries — Red Team, Judge, Orchestrator, Documentation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2F2F2"/>
          </a:solidFill>
          <a:ln w="19050">
            <a:solidFill>
              <a:srgbClr val="6B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8191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 Agent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23408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756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Haiku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3408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coverage gaps, open findings, and regression state. Decides what the Red Team attacks next. Triggers regression runs.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79476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read-only over exploit DB. Cannot generate or judge attacks.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28416" y="141732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2F2F2"/>
          </a:solidFill>
          <a:ln w="19050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58191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Team Agent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65576" y="2075688"/>
            <a:ext cx="23408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20756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Haiku, escalates to Sonnet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65576" y="2514600"/>
            <a:ext cx="23408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mutates adversarial inputs, including multi-turn sequences, against the live target.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65576" y="379476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no visibility into Judge's rubric or verdict history.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99632" y="141732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2F2F2"/>
          </a:solidFill>
          <a:ln w="19050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58191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Agent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36792" y="2075688"/>
            <a:ext cx="23408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20756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Sonnet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36792" y="2514600"/>
            <a:ext cx="23408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scores each attempt against a category rubric. Detects regressions.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36792" y="379476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fresh context per verdict — never sees Red Team's reasoning.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70848" y="141732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2F2F2"/>
          </a:solidFill>
          <a:ln w="19050">
            <a:solidFill>
              <a:srgbClr val="6B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8008" y="158191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Agent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208008" y="2075688"/>
            <a:ext cx="23408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8008" y="20756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Haiku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08008" y="2514600"/>
            <a:ext cx="23408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Judge-confirmed exploits into structured, reproducible vulnerability reports.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08008" y="379476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auto-publish Low/Medium; Critical/High needs human approval.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11228832" cy="548640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892040"/>
            <a:ext cx="10954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substrate:  </a:t>
            </a:r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observability  ·  versioned Exploit DB / Regression Store  ·  Pydantic message contracts (/contracts)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577840"/>
            <a:ext cx="11228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LangGraph, single service — isolation comes from code-level state-slicing and typed schemas, not network boundaries.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Architecture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defend — and the alternative each decision rejected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90472"/>
            <a:ext cx="384048" cy="384048"/>
          </a:xfrm>
          <a:prstGeom prst="ellipse">
            <a:avLst/>
          </a:prstGeom>
          <a:solidFill>
            <a:srgbClr val="0B3D63"/>
          </a:solidFill>
          <a:ln w="12700">
            <a:solidFill>
              <a:srgbClr val="0B3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24128" y="1417320"/>
            <a:ext cx="1024128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472184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never sees Red Team's reasoning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 agent that generates and grades its own attack is compromised by design. Judge gets a fresh call with only the transcript + target's observed response.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shared conversation/context between Red Team and Judge.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84048" cy="384048"/>
          </a:xfrm>
          <a:prstGeom prst="ellipse">
            <a:avLst/>
          </a:prstGeom>
          <a:solidFill>
            <a:srgbClr val="0B3D63"/>
          </a:solidFill>
          <a:ln w="12700">
            <a:solidFill>
              <a:srgbClr val="0B3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24128" y="2350008"/>
            <a:ext cx="1024128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4048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tiering by role, not one model for everything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real Week 1-2 data shows Haiku at ~0.31x Sonnet's cost with no accuracy loss. Red Team needs volume; Judge needs consistency; Sonnet is reserved for Orchestrator-flagged hard targets.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Sonnet-everywhere — cost scales badly at the 10K/100K run tiers.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355848"/>
            <a:ext cx="384048" cy="384048"/>
          </a:xfrm>
          <a:prstGeom prst="ellipse">
            <a:avLst/>
          </a:prstGeom>
          <a:solidFill>
            <a:srgbClr val="0B3D63"/>
          </a:solidFill>
          <a:ln w="12700">
            <a:solidFill>
              <a:srgbClr val="0B3D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24128" y="3282696"/>
            <a:ext cx="1024128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33375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pass requires rubric_version + target_version pinning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prevents a test “passing” because the model drifted rather than because the vulnerability was actually fixed.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re-scoring against whatever the current rubric happens to be.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288536"/>
            <a:ext cx="384048" cy="384048"/>
          </a:xfrm>
          <a:prstGeom prst="ellipse">
            <a:avLst/>
          </a:prstGeom>
          <a:solidFill>
            <a:srgbClr val="0B3D63"/>
          </a:solidFill>
          <a:ln w="12700">
            <a:solidFill>
              <a:srgbClr val="0B3D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24128" y="4215384"/>
            <a:ext cx="1024128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427024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human gates: Critical/High publish only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confidently-wrong Critical report wastes real engineering time; no agent ever auto-applies a fix, only recommends one.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approve every finding (defeats autonomy) and approve nothing (unsafe at Critical severity).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221224"/>
            <a:ext cx="384048" cy="384048"/>
          </a:xfrm>
          <a:prstGeom prst="ellipse">
            <a:avLst/>
          </a:prstGeom>
          <a:solidFill>
            <a:srgbClr val="0B3D63"/>
          </a:solidFill>
          <a:ln w="12700">
            <a:solidFill>
              <a:srgbClr val="0B3D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24128" y="5148072"/>
            <a:ext cx="1024128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5202936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LangGraph service, not four microservices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isolation is a trust/context problem, not a network problem. Matches the proven Week 1-2 stack; a service-per-agent split isn't justified at this scale.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CrewAI/AutoGen (less control over exactly what crosses each boundary) and full microservices.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adversarial loop, end to end — generate, execute, judge, document, learn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66544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next target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63240" y="201168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36392" y="2066544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Agent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+ mutates attacks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201168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742432" y="2066544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Co-Pilot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target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75320" y="201168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2066544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verdict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3240" y="329184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3346704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DB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regression store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75320" y="329184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3346704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Agent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vulnerability reports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75320" y="4572000"/>
            <a:ext cx="2423160" cy="640080"/>
          </a:xfrm>
          <a:prstGeom prst="roundRect">
            <a:avLst>
              <a:gd name="adj" fmla="val 10000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4626864"/>
            <a:ext cx="2276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Reports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 auto · Critical/High gated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86900" y="4069080"/>
            <a:ext cx="0" cy="685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412480" y="413766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41376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— Critical/High only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486900" y="4503420"/>
            <a:ext cx="0" cy="685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5532120"/>
            <a:ext cx="10241280" cy="548640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5321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(Langfuse) — every agent's traces + scores; the data substrate the Orchestrator reads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68780" y="2788920"/>
            <a:ext cx="0" cy="274320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486900" y="521208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80360" y="240030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898648" y="1737360"/>
            <a:ext cx="1828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target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0" y="240030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504688" y="1737360"/>
            <a:ext cx="21488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attack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74820" y="1627632"/>
            <a:ext cx="0" cy="38404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74820" y="1627632"/>
            <a:ext cx="52120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86900" y="1627632"/>
            <a:ext cx="0" cy="38404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337560" y="1371600"/>
            <a:ext cx="4206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+ transcript (no verdict)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486900" y="2788920"/>
            <a:ext cx="0" cy="8915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5486400" y="3680460"/>
            <a:ext cx="40005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760720" y="2912364"/>
            <a:ext cx="21945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rationale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486900" y="2788920"/>
            <a:ext cx="0" cy="502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8229600" y="2912364"/>
            <a:ext cx="3063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exploit only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566160" y="2788920"/>
            <a:ext cx="0" cy="502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2377440" y="2912364"/>
            <a:ext cx="11887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trigger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983480" y="4069080"/>
            <a:ext cx="0" cy="1371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68780" y="4206240"/>
            <a:ext cx="33147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68780" y="2788920"/>
            <a:ext cx="0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365760" y="4233672"/>
            <a:ext cx="32918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gaps, open findings, regressions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Agent Interactions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message flow, contract-labeled — mirrors ARCHITECTURE.md's diagram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2423160" cy="731520"/>
          </a:xfrm>
          <a:prstGeom prst="roundRect">
            <a:avLst>
              <a:gd name="adj" fmla="val 8750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20824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· read-only over state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63240" y="1965960"/>
            <a:ext cx="2423160" cy="731520"/>
          </a:xfrm>
          <a:prstGeom prst="roundRect">
            <a:avLst>
              <a:gd name="adj" fmla="val 8750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36392" y="2020824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Agent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→ Sonnet escalation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1965960"/>
            <a:ext cx="24231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742432" y="2020824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Co-Pilot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target (Weeks 1-2)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1965960"/>
            <a:ext cx="2423160" cy="731520"/>
          </a:xfrm>
          <a:prstGeom prst="roundRect">
            <a:avLst>
              <a:gd name="adj" fmla="val 8750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2020824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· fresh context per verdict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3200400"/>
            <a:ext cx="2423160" cy="731520"/>
          </a:xfrm>
          <a:prstGeom prst="roundRect">
            <a:avLst>
              <a:gd name="adj" fmla="val 8750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3255264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DB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rubric_version + target_version pinned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75320" y="3200400"/>
            <a:ext cx="2423160" cy="731520"/>
          </a:xfrm>
          <a:prstGeom prst="roundRect">
            <a:avLst>
              <a:gd name="adj" fmla="val 8750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3255264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Agent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· severity-gated write access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63240" y="4526280"/>
            <a:ext cx="24231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136392" y="4581144"/>
            <a:ext cx="2276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 / OWASP ZAP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+ protocol-level baseline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4526280"/>
            <a:ext cx="2423160" cy="594360"/>
          </a:xfrm>
          <a:prstGeom prst="roundRect">
            <a:avLst>
              <a:gd name="adj" fmla="val 10769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8472" y="4581144"/>
            <a:ext cx="2276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Reports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 auto · Critical/High gated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86900" y="3931920"/>
            <a:ext cx="0" cy="13258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366760" y="4064508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40645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— Critical/High only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486900" y="4393692"/>
            <a:ext cx="0" cy="13258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5303520"/>
            <a:ext cx="10241280" cy="411480"/>
          </a:xfrm>
          <a:prstGeom prst="roundRect">
            <a:avLst>
              <a:gd name="adj" fmla="val 17778"/>
            </a:avLst>
          </a:prstGeom>
          <a:solidFill>
            <a:srgbClr val="E8E8E8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3035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Layer (Langfuse) — every node's traces + Judge verdicts as Scores (Orchestrator + Reports shown; same pattern for every other node)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62990" y="2697480"/>
            <a:ext cx="0" cy="2606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092690" y="5120640"/>
            <a:ext cx="0" cy="18288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" y="5824728"/>
            <a:ext cx="10241280" cy="411480"/>
          </a:xfrm>
          <a:prstGeom prst="roundRect">
            <a:avLst>
              <a:gd name="adj" fmla="val 17778"/>
            </a:avLst>
          </a:prstGeom>
          <a:solidFill>
            <a:srgbClr val="F2F2F2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8247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+ rate-limit control: Orchestrator halts / backs off a campaign when spend accumulates without new signal (per-agent budget, not just platform-wide)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880360" y="233172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2898648" y="1691640"/>
            <a:ext cx="23317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NextTarget{category, priority}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00" y="2185416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504688" y="1691640"/>
            <a:ext cx="23317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AttackSequence{turns[]}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 flipH="1">
            <a:off x="5486400" y="2514600"/>
            <a:ext cx="182880" cy="0"/>
          </a:xfrm>
          <a:prstGeom prst="line">
            <a:avLst/>
          </a:prstGeom>
          <a:noFill/>
          <a:ln w="19050">
            <a:solidFill>
              <a:srgbClr val="E76F51"/>
            </a:solidFill>
            <a:prstDash val="solid"/>
            <a:headEnd type="triangl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504688" y="2587752"/>
            <a:ext cx="23317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ObservedBehavior{response}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274820" y="1581912"/>
            <a:ext cx="0" cy="38404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74820" y="1581912"/>
            <a:ext cx="52120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86900" y="1581912"/>
            <a:ext cx="0" cy="38404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246120" y="1307592"/>
            <a:ext cx="43891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RedTeamAttempt{sequence, transcript} — no verdict attached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486900" y="2697480"/>
            <a:ext cx="0" cy="8686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5486400" y="3566160"/>
            <a:ext cx="40005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687568" y="2820924"/>
            <a:ext cx="26517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JudgeVerdict{verdict, rationale, rubric_version}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486900" y="2697480"/>
            <a:ext cx="0" cy="502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8183880" y="2820924"/>
            <a:ext cx="3063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ExploitRecord — confirmed only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429000" y="2697480"/>
            <a:ext cx="0" cy="502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2148840" y="2820924"/>
            <a:ext cx="13716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RegressionTrigger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251960" y="3931920"/>
            <a:ext cx="0" cy="594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3154680" y="4078224"/>
            <a:ext cx="21945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known-technique baseline scan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120640" y="3931920"/>
            <a:ext cx="0" cy="502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68780" y="4434840"/>
            <a:ext cx="34518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68780" y="2697480"/>
            <a:ext cx="0" cy="1737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none"/>
          </a:ln>
        </p:spPr>
      </p:sp>
      <p:sp>
        <p:nvSpPr>
          <p:cNvPr id="52" name="Text 50"/>
          <p:cNvSpPr/>
          <p:nvPr/>
        </p:nvSpPr>
        <p:spPr>
          <a:xfrm>
            <a:off x="365760" y="4078224"/>
            <a:ext cx="32918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CoverageState{gaps, open_findings, regressions}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2026-07-20T18:10:52Z</dcterms:created>
  <dcterms:modified xsi:type="dcterms:W3CDTF">2026-07-20T18:10:52Z</dcterms:modified>
</cp:coreProperties>
</file>